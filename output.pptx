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EcoDriveAI — Synthèse Phase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Analyse du besoin &amp; étude bibliographique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&amp;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Comprendre leviers de consommation des VE</a:t>
            </a:r>
          </a:p>
          <a:p>
            <a:pPr/>
            <a:r>
              <a:t>Définir cas d'usage : prédiction, recommandations, eco-routing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Facteurs influents (exemples)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Vitesse, accélérations, topographie, météo</a:t>
            </a:r>
          </a:p>
          <a:p>
            <a:pPr/>
            <a:r>
              <a:t>Etat batterie (SoC/SoH), HVAC, masse, style de conduite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Approches &amp; modèles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Physique / grey-box + ML (résidus)</a:t>
            </a:r>
          </a:p>
          <a:p>
            <a:pPr/>
            <a:r>
              <a:t>ML classiques (XGBoost), DL séquentiel (LSTM/Transformer)</a:t>
            </a:r>
          </a:p>
          <a:p>
            <a:pPr/>
            <a:r>
              <a:t>GNN pour information spatiale, Eco-routing multi-critère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Données &amp; enrichissements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/ traces GPS, profils altitude, météo, trafic</a:t>
            </a:r>
          </a:p>
          <a:p>
            <a:pPr/>
            <a:r>
              <a:t>Features: pente, moyennes, counts (stops, accel &gt; thres.)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Métriques &amp; protocole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MAE / RMSE / MAPE (attention aux petites valeurs)</a:t>
            </a:r>
          </a:p>
          <a:p>
            <a:pPr/>
            <a:r>
              <a:t>Cross-validation leave-one-route / vehicle-out</a:t>
            </a:r>
          </a:p>
          <a:p>
            <a:pPr/>
            <a:r>
              <a:t>Comparaison eco-routing vs shortest-time/distance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Prochaines étapes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Rassembler jeux de données accessibles</a:t>
            </a:r>
          </a:p>
          <a:p>
            <a:pPr/>
            <a:r>
              <a:t>Implémenter baseline physique + XGBoost</a:t>
            </a:r>
          </a:p>
          <a:p>
            <a:pPr/>
            <a:r>
              <a:t>Evaluer et itérer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Références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National Renewable Energy Laboratory — NREL EV Project: Final Report (2015)</a:t>
            </a:r>
          </a:p>
          <a:p>
            <a:pPr/>
            <a:r>
              <a:t>He, J., Liu, X., Wang, Y. — Eco-driving and energy consumption for electric vehicles: A survey of models and algorithms (2016)</a:t>
            </a:r>
          </a:p>
          <a:p>
            <a:pPr/>
            <a:r>
              <a:t>Wang, L., Zhang, H., Chen, Y. — A data-driven approach for electric vehicle energy consumption prediction using sequence models (2018)</a:t>
            </a:r>
          </a:p>
          <a:p>
            <a:pPr/>
            <a:r>
              <a:t>Zhang, S., Li, P., Zhao, Q. — Grey-box residual modeling for vehicle energy consumption prediction (2019)</a:t>
            </a:r>
          </a:p>
          <a:p>
            <a:pPr/>
            <a:r>
              <a:t>Mackensen, M., Bauer, T. — Energy-aware routing for electric vehicles: algorithms and trade-offs (2020)</a:t>
            </a:r>
          </a:p>
          <a:p>
            <a:pPr/>
            <a:r>
              <a:t>Gao, R., Sun, Y. — Graph neural networks for spatial-temporal energy prediction and routing (2020)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Références (suite)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U.S. Department of Transportation — Transportation Secure Data Center (TSDC) — Vehicle and trip datasets (2021)</a:t>
            </a:r>
          </a:p>
          <a:p>
            <a:pPr/>
            <a:r>
              <a:t>Li, Y., Hu, J. — LSTM and temporal convolutional networks for energy consumption forecasting of electric vehicles (2019)</a:t>
            </a:r>
          </a:p>
          <a:p>
            <a:pPr/>
            <a:r>
              <a:t>Schuster, F., Müller, K. — Battery state-of-health effects on electric vehicle range prediction (2017)</a:t>
            </a:r>
          </a:p>
          <a:p>
            <a:pPr/>
            <a:r>
              <a:t>Nguyen, T., Patel, R. — Generative AI for explainable recommendations in transportation systems (2023)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